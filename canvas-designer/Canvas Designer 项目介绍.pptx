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4A8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4A8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Microsoft YaHei"/>
                <a:ea typeface="Microsoft YaHei"/>
              </a:rPr>
              <a:t>Canvas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icrosoft YaHei"/>
                <a:ea typeface="Microsoft YaHei"/>
              </a:rPr>
              <a:t>页面配置器 · 保险产品画布设计系统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6E6FB"/>
                </a:solidFill>
                <a:latin typeface="Microsoft YaHei"/>
                <a:ea typeface="Microsoft YaHei"/>
              </a:rPr>
              <a:t>项目介绍  /  Project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What is Canvas Designer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一款面向保险业务的可视化「页面 / 表单配置器」，通过拖拽方式组装投保页、报价页等画面，无需编码。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作为「画布系统 canvas-service」的前端，承接产品工厂画面配置的图形化编辑。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支持多画布并行设计、模板复用、发布预览与 AI 辅助生成。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目标：把保险产品画面配置从「六维产品模型」简化为易维护、可复用、可发布的画布模型。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背景与定位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从产品工厂到画布系统的「降维重构」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383280" cy="292608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82296" cy="292608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旧 · 产品工厂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D9CEC"/>
                </a:solidFill>
                <a:latin typeface="Microsoft YaHei"/>
                <a:ea typeface="Microsoft YaHei"/>
              </a:rPr>
              <a:t>六维模型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产品 × 版本 × 渠道 × 险别 × 画面 × 元件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fpic_prod_db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292608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82296" cy="292608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新 · 画布系统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D9CEC"/>
                </a:solidFill>
                <a:latin typeface="Microsoft YaHei"/>
                <a:ea typeface="Microsoft YaHei"/>
              </a:rPr>
              <a:t>扁平模型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系统 × 模板 × 页面 × 画布 × 元素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canvas-service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292608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82296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核心价值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D9CEC"/>
                </a:solidFill>
                <a:latin typeface="Microsoft YaHei"/>
                <a:ea typeface="Microsoft YaHei"/>
              </a:rPr>
              <a:t>可视化配置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画面定义可复用、可发布，支持多租户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Canvas Designer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972800" cy="749808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73152" cy="749808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前端框架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54480"/>
            <a:ext cx="4206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React 19 + Vite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554480"/>
            <a:ext cx="4114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HMR 快速开发、生产构建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10972800" cy="749808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23160"/>
            <a:ext cx="73152" cy="749808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状态管理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23160"/>
            <a:ext cx="4206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Zustand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423160"/>
            <a:ext cx="4114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多 store 分层，轻量无样板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91840"/>
            <a:ext cx="10972800" cy="749808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91840"/>
            <a:ext cx="73152" cy="749808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语言 / 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91840"/>
            <a:ext cx="4206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JavaScript (JSX) + ESLint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91840"/>
            <a:ext cx="4114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统一代码规范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10972800" cy="749808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60520"/>
            <a:ext cx="73152" cy="749808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后端服务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60520"/>
            <a:ext cx="4206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canvas-service (Java / Spring Boot)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160520"/>
            <a:ext cx="4114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MySQL + MyBatis，8 张核心表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29200"/>
            <a:ext cx="10972800" cy="749808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029200"/>
            <a:ext cx="73152" cy="749808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2194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视觉体系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029200"/>
            <a:ext cx="4206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theme.js + global.css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029200"/>
            <a:ext cx="41148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统一设计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七个功能视图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82296" cy="13716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设计器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9CEC"/>
                </a:solidFill>
                <a:latin typeface="Microsoft YaHei"/>
                <a:ea typeface="Microsoft YaHei"/>
              </a:rPr>
              <a:t>Designer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155448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93592" y="1554480"/>
            <a:ext cx="82296" cy="1371600"/>
          </a:xfrm>
          <a:prstGeom prst="rect">
            <a:avLst/>
          </a:prstGeom>
          <a:solidFill>
            <a:srgbClr val="4A8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155448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画布管理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8AD4"/>
                </a:solidFill>
                <a:latin typeface="Microsoft YaHei"/>
                <a:ea typeface="Microsoft YaHei"/>
              </a:rPr>
              <a:t>Canvas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1384" y="155448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1384" y="1554480"/>
            <a:ext cx="82296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5704" y="155448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元件管理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5CF6"/>
                </a:solidFill>
                <a:latin typeface="Microsoft YaHei"/>
                <a:ea typeface="Microsoft YaHei"/>
              </a:rPr>
              <a:t>Elements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9176" y="155448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09176" y="1554480"/>
            <a:ext cx="82296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155448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组件管理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5CF6"/>
                </a:solidFill>
                <a:latin typeface="Microsoft YaHei"/>
                <a:ea typeface="Microsoft YaHei"/>
              </a:rPr>
              <a:t>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200400"/>
            <a:ext cx="82296" cy="13716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20040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系统管理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9CEC"/>
                </a:solidFill>
                <a:latin typeface="Microsoft YaHei"/>
                <a:ea typeface="Microsoft YaHei"/>
              </a:rPr>
              <a:t>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93592" y="320040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93592" y="3200400"/>
            <a:ext cx="82296" cy="1371600"/>
          </a:xfrm>
          <a:prstGeom prst="rect">
            <a:avLst/>
          </a:prstGeom>
          <a:solidFill>
            <a:srgbClr val="4A8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2" y="320040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模板管理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8AD4"/>
                </a:solidFill>
                <a:latin typeface="Microsoft YaHei"/>
                <a:ea typeface="Microsoft YaHei"/>
              </a:rPr>
              <a:t>Templates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1384" y="3200400"/>
            <a:ext cx="2651760" cy="1371600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1384" y="3200400"/>
            <a:ext cx="82296" cy="1371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75704" y="320040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AI 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5CF6"/>
                </a:solidFill>
                <a:latin typeface="Microsoft YaHei"/>
                <a:ea typeface="Microsoft YaHei"/>
              </a:rPr>
              <a:t>AI Generator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设计器核心能力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Designer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多标签并行 —— 同时打开多个画布，切换不丢失、互不覆盖。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拖拽式布局 —— 从左侧「元件 / 组件」面板拖入画布，自动网格排版。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丰富区块类型 —— 区块、表格、组件、标签页、自由元件、按钮。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属性面板 —— 右侧实时编辑选中区块/元件的属性。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发布与预览 —— 一键发布、全屏预览最终页面。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334155"/>
                </a:solidFill>
                <a:latin typeface="Microsoft YaHei"/>
                <a:ea typeface="Microsoft YaHei"/>
              </a:rPr>
              <a:t>•  AI 助手 —— 智能问答与画布操作，AI 一键生成页面。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972800" cy="786384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786384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737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视图层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63040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D9CEC"/>
                </a:solidFill>
                <a:latin typeface="Microsoft YaHei"/>
                <a:ea typeface="Microsoft YaHei"/>
              </a:rPr>
              <a:t>views / 7 个页面视图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40"/>
            <a:ext cx="48463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设计器、画布、元件、组件、系统、模板、AI 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59152"/>
            <a:ext cx="10972800" cy="786384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359152"/>
            <a:ext cx="73152" cy="7863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2"/>
            <a:ext cx="1737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组件层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59152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D9CEC"/>
                </a:solidFill>
                <a:latin typeface="Microsoft YaHei"/>
                <a:ea typeface="Microsoft YaHei"/>
              </a:rPr>
              <a:t>components / 分域组织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59152"/>
            <a:ext cx="48463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canvas、palette、properties、layout、dialogs、ai、common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55264"/>
            <a:ext cx="10972800" cy="786384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55264"/>
            <a:ext cx="73152" cy="786384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55264"/>
            <a:ext cx="1737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状态层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255264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D9CEC"/>
                </a:solidFill>
                <a:latin typeface="Microsoft YaHei"/>
                <a:ea typeface="Microsoft YaHei"/>
              </a:rPr>
              <a:t>store / 9 个 Zustand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55264"/>
            <a:ext cx="48463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canvas、component、elementDef、ui、ai、system、template…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51376"/>
            <a:ext cx="10972800" cy="786384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51376"/>
            <a:ext cx="73152" cy="7863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51376"/>
            <a:ext cx="1737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接口层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151376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D9CEC"/>
                </a:solidFill>
                <a:latin typeface="Microsoft YaHei"/>
                <a:ea typeface="Microsoft YaHei"/>
              </a:rPr>
              <a:t>api / 后端封装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51376"/>
            <a:ext cx="48463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client + 各业务 api，REST 对接 canvas-service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47488"/>
            <a:ext cx="10972800" cy="786384"/>
          </a:xfrm>
          <a:prstGeom prst="round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047488"/>
            <a:ext cx="73152" cy="786384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47488"/>
            <a:ext cx="1737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样式层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047488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D9CEC"/>
                </a:solidFill>
                <a:latin typeface="Microsoft YaHei"/>
                <a:ea typeface="Microsoft YaHei"/>
              </a:rPr>
              <a:t>styles / 设计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47488"/>
            <a:ext cx="48463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theme.js 颜色·圆角·阴影 + global.css 全局体系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数据模型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扁平化画布模型（多租户）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9CEC"/>
                </a:solidFill>
                <a:latin typeface="Microsoft YaHei"/>
                <a:ea typeface="Microsoft YaHei"/>
              </a:rPr>
              <a:t>系统 c_system_code  ×  模板 c_template_code  ×  页面 c_page_code  ×  画布 c_canvas_code  ×  元素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核心数据表（canvas-service）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tb_canvas  画布定义（含 c_canvas_json）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tb_canvas_element  画布元素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tb_canvas_config  画布配置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tb_canvas_button  画布按钮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tb_page_template  页面模板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tb_element_group / tb_element_group_item  元素分组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Microsoft YaHei"/>
                <a:ea typeface="Microsoft YaHei"/>
              </a:rPr>
              <a:t>tb_canvas_publish  发布记录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AI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AI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AI 智能助手面板 —— 常驻右下角，随时与 AI 交互。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AI 页面生成 —— 用自然语言描述业务场景，一键生成页面结构。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自然语言操作 —— 查询 / 加载 / 删除画布等，把操作交给 AI 执行。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</a:rPr>
              <a:t>•  示例提示词引导 —— 内置示例，降低使用门槛。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项目结构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5D9CEC"/>
                </a:solidFill>
                <a:latin typeface="Microsoft YaHei"/>
                <a:ea typeface="Microsoft YaHei"/>
              </a:rPr>
              <a:t>src/views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7 个功能视图（设计器 / 画布 / 元件 / 组件 / 系统 / 模板 / AI）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5D9CEC"/>
                </a:solidFill>
                <a:latin typeface="Microsoft YaHei"/>
                <a:ea typeface="Microsoft YaHei"/>
              </a:rPr>
              <a:t>src/components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canvas · palette · properties · layout · dialogs · ai · common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5D9CEC"/>
                </a:solidFill>
                <a:latin typeface="Microsoft YaHei"/>
                <a:ea typeface="Microsoft YaHei"/>
              </a:rPr>
              <a:t>src/store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9 个 Zustand store（canvas / component / elementDef / ui / ai…）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5D9CEC"/>
                </a:solidFill>
                <a:latin typeface="Microsoft YaHei"/>
                <a:ea typeface="Microsoft YaHei"/>
              </a:rPr>
              <a:t>src/api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后端接口封装（client + 各业务模块 api）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5D9CEC"/>
                </a:solidFill>
                <a:latin typeface="Microsoft YaHei"/>
                <a:ea typeface="Microsoft YaHei"/>
              </a:rPr>
              <a:t>src/utils · styles · hooks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工具函数 · 设计 token · 自定义 hooks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D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46304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Canvas Designer · 项目介绍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已完成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</a:rPr>
              <a:t>可视化拖拽设计器、多标签并行、元件/组件/模板管理、发布预览、AI 辅助生成。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技术亮点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</a:rPr>
              <a:t>统一设计系统、可扩展块模型（section/table/component/tabGroup）、AI 集成、扁平多租户数据模型。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下一步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</a:rPr>
              <a:t>•  老产品工厂数据向画布系统的迁移同步（字段映射 / 维度取舍）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</a:rPr>
              <a:t>•  更多 AI 能力与模板沉淀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</a:rPr>
              <a:t>•  类型化改造与工程化完善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